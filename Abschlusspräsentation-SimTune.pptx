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65" r:id="rId5"/>
    <p:sldId id="258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Arial Nova Light" panose="020B0304020202020204" pitchFamily="34" charset="0"/>
      <p:regular r:id="rId12"/>
    </p:embeddedFont>
    <p:embeddedFont>
      <p:font typeface="Prata" panose="020B0604020202020204" charset="0"/>
      <p:regular r:id="rId13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7069" autoAdjust="0"/>
  </p:normalViewPr>
  <p:slideViewPr>
    <p:cSldViewPr snapToGrid="0" snapToObjects="1">
      <p:cViewPr varScale="1">
        <p:scale>
          <a:sx n="58" d="100"/>
          <a:sy n="58" d="100"/>
        </p:scale>
        <p:origin x="98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09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Prinzip</a:t>
            </a:r>
            <a:r>
              <a:rPr lang="en-US" dirty="0"/>
              <a:t> der </a:t>
            </a:r>
            <a:r>
              <a:rPr lang="en-US" dirty="0" err="1"/>
              <a:t>Musikschulen</a:t>
            </a:r>
            <a:r>
              <a:rPr lang="en-US" dirty="0"/>
              <a:t> </a:t>
            </a:r>
            <a:r>
              <a:rPr lang="en-US" dirty="0" err="1"/>
              <a:t>erklären</a:t>
            </a:r>
            <a:br>
              <a:rPr lang="en-US" dirty="0"/>
            </a:br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/>
              <a:t>übertrittsprüfungen</a:t>
            </a:r>
            <a:r>
              <a:rPr lang="en-US" dirty="0"/>
              <a:t> </a:t>
            </a:r>
            <a:r>
              <a:rPr lang="en-US" dirty="0" err="1"/>
              <a:t>gibt</a:t>
            </a:r>
            <a:r>
              <a:rPr lang="en-US" dirty="0"/>
              <a:t> es und </a:t>
            </a:r>
            <a:r>
              <a:rPr lang="en-US" dirty="0" err="1"/>
              <a:t>welche</a:t>
            </a:r>
            <a:r>
              <a:rPr lang="en-US" dirty="0"/>
              <a:t> music </a:t>
            </a:r>
            <a:r>
              <a:rPr lang="en-US" dirty="0" err="1"/>
              <a:t>theorieprüfungen</a:t>
            </a:r>
            <a:r>
              <a:rPr lang="en-US" dirty="0"/>
              <a:t> </a:t>
            </a:r>
            <a:r>
              <a:rPr lang="en-US" dirty="0" err="1"/>
              <a:t>müssen</a:t>
            </a:r>
            <a:r>
              <a:rPr lang="en-US" dirty="0"/>
              <a:t> </a:t>
            </a:r>
            <a:r>
              <a:rPr lang="en-US" dirty="0" err="1"/>
              <a:t>dafür</a:t>
            </a:r>
            <a:r>
              <a:rPr lang="en-US" dirty="0"/>
              <a:t> </a:t>
            </a:r>
            <a:r>
              <a:rPr lang="en-US" dirty="0" err="1"/>
              <a:t>abgeschlossen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r>
              <a:rPr lang="en-US" dirty="0" err="1"/>
              <a:t>Diagramm</a:t>
            </a:r>
            <a:r>
              <a:rPr lang="en-US" dirty="0"/>
              <a:t> </a:t>
            </a:r>
            <a:r>
              <a:rPr lang="en-US" dirty="0" err="1"/>
              <a:t>anzeigen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den </a:t>
            </a:r>
            <a:r>
              <a:rPr lang="en-US" dirty="0" err="1"/>
              <a:t>Stufen</a:t>
            </a:r>
            <a:r>
              <a:rPr lang="en-US" dirty="0"/>
              <a:t> (Junior, Bronze….) + </a:t>
            </a:r>
            <a:r>
              <a:rPr lang="en-US" dirty="0" err="1"/>
              <a:t>Vorraussetzungen</a:t>
            </a:r>
            <a:endParaRPr lang="en-US" dirty="0"/>
          </a:p>
          <a:p>
            <a:r>
              <a:rPr lang="en-US" dirty="0"/>
              <a:t> + </a:t>
            </a:r>
            <a:r>
              <a:rPr lang="en-US" dirty="0" err="1"/>
              <a:t>Später</a:t>
            </a:r>
            <a:r>
              <a:rPr lang="en-US" dirty="0"/>
              <a:t> 2x </a:t>
            </a:r>
            <a:r>
              <a:rPr lang="en-US" dirty="0" err="1"/>
              <a:t>wiederholen</a:t>
            </a:r>
            <a:endParaRPr lang="en-US" dirty="0"/>
          </a:p>
          <a:p>
            <a:r>
              <a:rPr lang="en-US" dirty="0"/>
              <a:t>Sagen </a:t>
            </a:r>
            <a:r>
              <a:rPr lang="en-US" dirty="0" err="1"/>
              <a:t>wir</a:t>
            </a:r>
            <a:r>
              <a:rPr lang="en-US" dirty="0"/>
              <a:t> Welcher </a:t>
            </a:r>
            <a:r>
              <a:rPr lang="en-US" dirty="0" err="1"/>
              <a:t>Anteil</a:t>
            </a:r>
            <a:r>
              <a:rPr lang="en-US" dirty="0"/>
              <a:t> der </a:t>
            </a:r>
            <a:r>
              <a:rPr lang="en-US" dirty="0" err="1"/>
              <a:t>Theorieprüfung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von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abgedeckt</a:t>
            </a:r>
            <a:endParaRPr lang="en-US" dirty="0"/>
          </a:p>
          <a:p>
            <a:r>
              <a:rPr lang="en-US" dirty="0" err="1"/>
              <a:t>Kategorien</a:t>
            </a:r>
            <a:r>
              <a:rPr lang="en-US" dirty="0"/>
              <a:t>: Noten lessen (</a:t>
            </a:r>
            <a:r>
              <a:rPr lang="en-US" dirty="0" err="1"/>
              <a:t>Intervalle</a:t>
            </a:r>
            <a:r>
              <a:rPr lang="en-US" dirty="0"/>
              <a:t>, </a:t>
            </a:r>
            <a:r>
              <a:rPr lang="en-US" dirty="0" err="1"/>
              <a:t>Tonleitern</a:t>
            </a:r>
            <a:r>
              <a:rPr lang="en-US" dirty="0"/>
              <a:t>, </a:t>
            </a:r>
            <a:r>
              <a:rPr lang="en-US" dirty="0" err="1"/>
              <a:t>StammtöneI</a:t>
            </a:r>
            <a:r>
              <a:rPr lang="en-US" dirty="0"/>
              <a:t>); </a:t>
            </a:r>
            <a:r>
              <a:rPr lang="en-US" dirty="0" err="1"/>
              <a:t>Töne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abgespielt</a:t>
            </a:r>
            <a:r>
              <a:rPr lang="en-US" dirty="0"/>
              <a:t> (</a:t>
            </a:r>
            <a:r>
              <a:rPr lang="en-US" dirty="0" err="1"/>
              <a:t>Zuordnen</a:t>
            </a:r>
            <a:r>
              <a:rPr lang="en-US" dirty="0"/>
              <a:t> </a:t>
            </a:r>
            <a:r>
              <a:rPr lang="en-US" dirty="0" err="1"/>
              <a:t>ob</a:t>
            </a:r>
            <a:r>
              <a:rPr lang="en-US" dirty="0"/>
              <a:t> </a:t>
            </a:r>
            <a:r>
              <a:rPr lang="en-US" dirty="0" err="1"/>
              <a:t>Intervall</a:t>
            </a:r>
            <a:r>
              <a:rPr lang="en-US" dirty="0"/>
              <a:t>, </a:t>
            </a:r>
            <a:r>
              <a:rPr lang="en-US" dirty="0" err="1"/>
              <a:t>Tonleiter</a:t>
            </a:r>
            <a:r>
              <a:rPr lang="en-US" dirty="0"/>
              <a:t>…)</a:t>
            </a:r>
          </a:p>
          <a:p>
            <a:r>
              <a:rPr lang="en-US" dirty="0" err="1"/>
              <a:t>Übungen</a:t>
            </a:r>
            <a:r>
              <a:rPr lang="en-US" dirty="0"/>
              <a:t> </a:t>
            </a:r>
            <a:r>
              <a:rPr lang="en-US" dirty="0" err="1"/>
              <a:t>anteasern</a:t>
            </a:r>
            <a:r>
              <a:rPr lang="en-US" dirty="0"/>
              <a:t> (</a:t>
            </a:r>
            <a:r>
              <a:rPr lang="en-US" dirty="0" err="1"/>
              <a:t>Wiederkennungseffekt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1360-9397-94A6-FAAD-84C167001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12B89-A7E0-5B4D-5F49-2D4683FE1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052C5-50A4-E113-32FF-9FA18927E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Inhaltsverzeichnis</a:t>
            </a:r>
            <a:r>
              <a:rPr lang="en-US" dirty="0"/>
              <a:t> für die Live Demo</a:t>
            </a:r>
          </a:p>
          <a:p>
            <a:r>
              <a:rPr lang="en-US" dirty="0"/>
              <a:t>Feature set in </a:t>
            </a:r>
            <a:r>
              <a:rPr lang="en-US" dirty="0" err="1"/>
              <a:t>worten</a:t>
            </a:r>
            <a:r>
              <a:rPr lang="en-US" dirty="0"/>
              <a:t> &amp; </a:t>
            </a:r>
            <a:r>
              <a:rPr lang="en-US" dirty="0" err="1"/>
              <a:t>erklären</a:t>
            </a:r>
            <a:endParaRPr lang="en-US" dirty="0"/>
          </a:p>
          <a:p>
            <a:r>
              <a:rPr lang="en-US" dirty="0" err="1"/>
              <a:t>Übungsteil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diesen</a:t>
            </a:r>
            <a:r>
              <a:rPr lang="en-US" dirty="0"/>
              <a:t> 3 </a:t>
            </a:r>
            <a:r>
              <a:rPr lang="en-US" dirty="0" err="1"/>
              <a:t>Übungstypen</a:t>
            </a:r>
            <a:endParaRPr lang="en-US" dirty="0"/>
          </a:p>
          <a:p>
            <a:r>
              <a:rPr lang="en-US" dirty="0"/>
              <a:t>Und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Prüfungssimulation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wieder</a:t>
            </a:r>
            <a:r>
              <a:rPr lang="en-US" dirty="0"/>
              <a:t> </a:t>
            </a:r>
            <a:r>
              <a:rPr lang="en-US" dirty="0" err="1"/>
              <a:t>diesen</a:t>
            </a:r>
            <a:r>
              <a:rPr lang="en-US" dirty="0"/>
              <a:t> 3 </a:t>
            </a:r>
            <a:r>
              <a:rPr lang="en-US" dirty="0" err="1"/>
              <a:t>Übungen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12195-BB32-2CEA-7279-16E5B922A9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67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F9EA2-2875-92F8-88CD-6AD6843AA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265B6-C342-0BB8-917A-2B665036C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77CFA-19CE-8C1A-47AC-E8F9C773A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Intervalle</a:t>
            </a:r>
            <a:r>
              <a:rPr lang="en-US" dirty="0"/>
              <a:t> </a:t>
            </a:r>
            <a:r>
              <a:rPr lang="en-US" dirty="0" err="1"/>
              <a:t>schreiben</a:t>
            </a:r>
            <a:r>
              <a:rPr lang="en-US" dirty="0"/>
              <a:t>, Klavier, </a:t>
            </a:r>
            <a:r>
              <a:rPr lang="en-US" dirty="0" err="1"/>
              <a:t>Tonleitern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A1B00-4219-C555-77CB-32B98C71F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96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Stattdessen</a:t>
            </a:r>
            <a:r>
              <a:rPr lang="en-US" dirty="0"/>
              <a:t> Business Plan</a:t>
            </a:r>
          </a:p>
          <a:p>
            <a:r>
              <a:rPr lang="en-US" dirty="0" err="1"/>
              <a:t>Marktchancen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Brauchen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nicht </a:t>
            </a:r>
            <a:r>
              <a:rPr lang="en-US" dirty="0" err="1"/>
              <a:t>mehr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Evt</a:t>
            </a:r>
            <a:r>
              <a:rPr lang="en-US" dirty="0"/>
              <a:t>. 2 </a:t>
            </a:r>
            <a:r>
              <a:rPr lang="en-US" dirty="0" err="1"/>
              <a:t>folien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6502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SimTune: Musikalische Übungsplattform für die Übertrittsprüfung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315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Entwickelt von Erik &amp; Tobias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514957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Digitale Lernhilfe für Musikschüler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965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Problem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017305" y="3023354"/>
            <a:ext cx="670491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Kommende Übertrittsprüfung für </a:t>
            </a:r>
            <a:r>
              <a:rPr lang="en-US" sz="2200" dirty="0" err="1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ein</a:t>
            </a: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Instrument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5" y="3360539"/>
            <a:ext cx="55541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Es </a:t>
            </a:r>
            <a:r>
              <a:rPr lang="en-US" sz="1750" dirty="0" err="1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gibt</a:t>
            </a: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750" dirty="0" err="1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keine</a:t>
            </a: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750" dirty="0" err="1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passende</a:t>
            </a: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750" dirty="0" err="1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Lernapp</a:t>
            </a: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750" dirty="0" err="1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dafür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6280189" y="312602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951" y="3168531"/>
            <a:ext cx="340162" cy="42529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F5E058BD-8218-9840-CBD4-687D83EE4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2138" y="7238560"/>
            <a:ext cx="2908836" cy="991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A667D-427C-9425-E569-BDE5C3AE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6BFD43C-FF50-ECE7-E935-C241C64EC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9A7CA39-E7F5-395F-0580-A10C614BAB60}"/>
              </a:ext>
            </a:extLst>
          </p:cNvPr>
          <p:cNvSpPr/>
          <p:nvPr/>
        </p:nvSpPr>
        <p:spPr>
          <a:xfrm>
            <a:off x="6280190" y="18965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Projektidee &amp; Ziel</a:t>
            </a:r>
            <a:endParaRPr lang="en-US" sz="44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9772939-A6D4-36C6-E1E1-92A0DDAF11EA}"/>
              </a:ext>
            </a:extLst>
          </p:cNvPr>
          <p:cNvSpPr/>
          <p:nvPr/>
        </p:nvSpPr>
        <p:spPr>
          <a:xfrm>
            <a:off x="6280190" y="294548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57A792A0-1AAA-EF40-C4CD-B88FD2C13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2987993"/>
            <a:ext cx="340162" cy="425291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419C0416-7568-0479-1EDC-91A58CC115C2}"/>
              </a:ext>
            </a:extLst>
          </p:cNvPr>
          <p:cNvSpPr/>
          <p:nvPr/>
        </p:nvSpPr>
        <p:spPr>
          <a:xfrm>
            <a:off x="7017305" y="3023354"/>
            <a:ext cx="3022433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Effektive Prüfungsvorbereitung</a:t>
            </a:r>
            <a:endParaRPr lang="en-US" sz="2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FDEC351-8FCA-D274-B7E4-2BC14E1A4A3C}"/>
              </a:ext>
            </a:extLst>
          </p:cNvPr>
          <p:cNvSpPr/>
          <p:nvPr/>
        </p:nvSpPr>
        <p:spPr>
          <a:xfrm>
            <a:off x="7017306" y="3780354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Digitale Unterstützung beim Lernen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95C5365-1E6B-81F2-8F89-EC2C256AB78C}"/>
              </a:ext>
            </a:extLst>
          </p:cNvPr>
          <p:cNvSpPr/>
          <p:nvPr/>
        </p:nvSpPr>
        <p:spPr>
          <a:xfrm>
            <a:off x="10625436" y="294898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9E7FDB44-4DA9-84D9-5522-525AC0031F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0507" y="2991486"/>
            <a:ext cx="340162" cy="425291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A90A47F2-4A60-2739-AEE0-17DD9853C93C}"/>
              </a:ext>
            </a:extLst>
          </p:cNvPr>
          <p:cNvSpPr/>
          <p:nvPr/>
        </p:nvSpPr>
        <p:spPr>
          <a:xfrm>
            <a:off x="11362552" y="3026847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Gehörbildung trainieren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F2B0793-D372-AD8C-3915-4D04584E1E63}"/>
              </a:ext>
            </a:extLst>
          </p:cNvPr>
          <p:cNvSpPr/>
          <p:nvPr/>
        </p:nvSpPr>
        <p:spPr>
          <a:xfrm>
            <a:off x="11362552" y="3871596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Interaktive Übungen zur Verbesserung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6272D2B5-408A-D59E-A81E-E368F525DC60}"/>
              </a:ext>
            </a:extLst>
          </p:cNvPr>
          <p:cNvSpPr/>
          <p:nvPr/>
        </p:nvSpPr>
        <p:spPr>
          <a:xfrm>
            <a:off x="6280190" y="54018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63C0EEDF-66D8-31D8-23F6-FA72CC7407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260" y="5444371"/>
            <a:ext cx="340162" cy="425291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A2B36424-F21B-20AB-C182-28C039784678}"/>
              </a:ext>
            </a:extLst>
          </p:cNvPr>
          <p:cNvSpPr/>
          <p:nvPr/>
        </p:nvSpPr>
        <p:spPr>
          <a:xfrm>
            <a:off x="7017306" y="54797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Fortschrittskontrolle</a:t>
            </a:r>
            <a:endParaRPr lang="en-US" sz="22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73F8A841-A265-E085-AAEB-261D87FE4177}"/>
              </a:ext>
            </a:extLst>
          </p:cNvPr>
          <p:cNvSpPr/>
          <p:nvPr/>
        </p:nvSpPr>
        <p:spPr>
          <a:xfrm>
            <a:off x="7017306" y="597015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Lernerfolge visualisieren und nachverfolgen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58AE01B-3DA6-B137-B991-6D6BDE796A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12138" y="7238560"/>
            <a:ext cx="2908836" cy="99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44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F642-C848-F765-DE26-48F1F209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422D05C-3DD2-BF9C-0ACC-BDBAA3222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BEE8D4A-2AAE-276D-1B7E-118F909811D2}"/>
              </a:ext>
            </a:extLst>
          </p:cNvPr>
          <p:cNvSpPr/>
          <p:nvPr/>
        </p:nvSpPr>
        <p:spPr>
          <a:xfrm>
            <a:off x="9023390" y="40177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Live-Demo</a:t>
            </a:r>
            <a:endParaRPr lang="en-US" sz="4450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40BF99A6-4587-75D3-D1BE-09E26CF05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2138" y="7238560"/>
            <a:ext cx="2908836" cy="99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82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2862" y="2222367"/>
            <a:ext cx="63223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Technische Umsetzung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992862" y="34981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92862" y="40792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Angular Framework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2862" y="45214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Tailwind CSS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2862" y="49636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34773" y="34981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Backend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34773" y="40792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C# Programmierung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34773" y="45214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REST-API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34773" y="49636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Datenbanksystem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49AFA3B-A36B-F0A1-A7E6-942503739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2138" y="7238560"/>
            <a:ext cx="2908836" cy="99104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D2E8F8C-C74F-29B5-C189-044D11782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274" y="239488"/>
            <a:ext cx="5528223" cy="7750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Herausforderungen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167" y="3076337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849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Kommunikation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3339465"/>
            <a:ext cx="33050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Abstimmungsprozesse im Team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260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4496633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Datenmodellierung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759762"/>
            <a:ext cx="46782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Komplexität musikalischer Übungen abbilden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9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011" y="5916930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6896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Zeitmanagement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6180058"/>
            <a:ext cx="35594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Parallele Entwicklung koordinieren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356F87D-9789-F9C5-5A96-30ECD4101D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12138" y="7238560"/>
            <a:ext cx="2908836" cy="991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6499"/>
            <a:ext cx="70458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Erkenntnisse &amp; Learnings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678906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3294936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905720"/>
            <a:ext cx="29952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Durchdachte Planung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3396139"/>
            <a:ext cx="31690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Datenmodell zuerst entwerfen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381" y="4042529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4496633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Teamarbeit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759762"/>
            <a:ext cx="42868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Regelmäßige Updates sind entscheidend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595B5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5406152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5860256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632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Technologieauswahl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6123384"/>
            <a:ext cx="44603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Geeignete Tools für Anforderungen wählen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A1A0563-7517-2640-DD42-D36B774049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12138" y="7238560"/>
            <a:ext cx="2908836" cy="991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6151"/>
            <a:ext cx="64970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Zukünftige Entwicklung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685092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6507004" y="1911906"/>
            <a:ext cx="28864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Neue Übungsmodule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240232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Drei weitere Übungstypen in Planung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80190" y="3218855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6507004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Rollen-System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07004" y="393608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Lehrer-Schüler-Interaktion implementieren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80190" y="4752618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6507004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Prüfungssimulation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46985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Realistische Prüfungssituationen nachstellen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80190" y="6286381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6507004" y="6513195"/>
            <a:ext cx="36237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Datenmodell-Optimierung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07004" y="700361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Strukturelle Verbesserungen vornehmen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22F7FC60-7F07-BEAF-C778-8F28E1935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2138" y="7729418"/>
            <a:ext cx="2908836" cy="5001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580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Vielen Dank für Ihre Aufmerksamkeit!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586871"/>
            <a:ext cx="36080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66548" y="3618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Entwickler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109085"/>
            <a:ext cx="36080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Erik &amp; Tobias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28421" y="2586871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614898" y="3618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Ziel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28421" y="4109085"/>
            <a:ext cx="360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Optimale Prüfungsvorbereitung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54246" y="5265777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∞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8640723" y="6297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Potenzial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54246" y="6787991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Arial Nova Light" panose="020B0304020202020204" pitchFamily="34" charset="0"/>
                <a:ea typeface="Manrope" pitchFamily="34" charset="-122"/>
                <a:cs typeface="Manrope" pitchFamily="34" charset="-120"/>
              </a:rPr>
              <a:t>Unbegrenzte Übungsmöglichkeiten</a:t>
            </a:r>
            <a:endParaRPr lang="en-US" sz="1750" dirty="0">
              <a:latin typeface="Arial Nova Light" panose="020B0304020202020204" pitchFamily="34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36FC956-267C-F302-EE0E-D6CF0784E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2138" y="7238560"/>
            <a:ext cx="2908836" cy="991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Benutzerdefiniert</PresentationFormat>
  <Paragraphs>79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Prata</vt:lpstr>
      <vt:lpstr>Arial Nova Light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Keplinger Erik</cp:lastModifiedBy>
  <cp:revision>18</cp:revision>
  <dcterms:created xsi:type="dcterms:W3CDTF">2025-06-05T09:12:22Z</dcterms:created>
  <dcterms:modified xsi:type="dcterms:W3CDTF">2026-03-09T17:30:56Z</dcterms:modified>
</cp:coreProperties>
</file>